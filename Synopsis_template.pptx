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7"/>
  </p:notesMasterIdLst>
  <p:sldIdLst>
    <p:sldId id="256" r:id="rId5"/>
    <p:sldId id="277" r:id="rId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F3AC13-65A9-2BC7-0F48-3AF1213596AB}" v="2" dt="2025-07-24T06:27:08.321"/>
  </p1510:revLst>
</p1510:revInfo>
</file>

<file path=ppt/tableStyles.xml><?xml version="1.0" encoding="utf-8"?>
<a:tblStyleLst xmlns:a="http://schemas.openxmlformats.org/drawingml/2006/main" def="{E64D181B-B3AF-4442-8E12-B5EED282A4F8}">
  <a:tblStyle styleId="{E64D181B-B3AF-4442-8E12-B5EED282A4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47" autoAdjust="0"/>
  </p:normalViewPr>
  <p:slideViewPr>
    <p:cSldViewPr snapToGrid="0"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rbhadra2003@outlook.com" userId="01c4cbe40408286b" providerId="LiveId" clId="{4AFC7CE9-6082-4A92-9703-09FB0B8E9BE2}"/>
    <pc:docChg chg="undo custSel modSld">
      <pc:chgData name="hrbhadra2003@outlook.com" userId="01c4cbe40408286b" providerId="LiveId" clId="{4AFC7CE9-6082-4A92-9703-09FB0B8E9BE2}" dt="2025-04-26T04:18:13.990" v="365" actId="20577"/>
      <pc:docMkLst>
        <pc:docMk/>
      </pc:docMkLst>
      <pc:sldChg chg="modSp mod">
        <pc:chgData name="hrbhadra2003@outlook.com" userId="01c4cbe40408286b" providerId="LiveId" clId="{4AFC7CE9-6082-4A92-9703-09FB0B8E9BE2}" dt="2025-04-26T04:17:03.306" v="329" actId="20577"/>
        <pc:sldMkLst>
          <pc:docMk/>
          <pc:sldMk cId="1013286130" sldId="286"/>
        </pc:sldMkLst>
      </pc:sldChg>
      <pc:sldChg chg="modSp mod">
        <pc:chgData name="hrbhadra2003@outlook.com" userId="01c4cbe40408286b" providerId="LiveId" clId="{4AFC7CE9-6082-4A92-9703-09FB0B8E9BE2}" dt="2025-04-25T19:54:47.671" v="0" actId="20577"/>
        <pc:sldMkLst>
          <pc:docMk/>
          <pc:sldMk cId="311463757" sldId="287"/>
        </pc:sldMkLst>
      </pc:sldChg>
      <pc:sldChg chg="addSp delSp modSp mod">
        <pc:chgData name="hrbhadra2003@outlook.com" userId="01c4cbe40408286b" providerId="LiveId" clId="{4AFC7CE9-6082-4A92-9703-09FB0B8E9BE2}" dt="2025-04-25T20:03:02.565" v="157" actId="20577"/>
        <pc:sldMkLst>
          <pc:docMk/>
          <pc:sldMk cId="419030015" sldId="288"/>
        </pc:sldMkLst>
      </pc:sldChg>
      <pc:sldChg chg="addSp delSp modSp mod">
        <pc:chgData name="hrbhadra2003@outlook.com" userId="01c4cbe40408286b" providerId="LiveId" clId="{4AFC7CE9-6082-4A92-9703-09FB0B8E9BE2}" dt="2025-04-25T20:04:36.334" v="183" actId="20577"/>
        <pc:sldMkLst>
          <pc:docMk/>
          <pc:sldMk cId="1906176327" sldId="289"/>
        </pc:sldMkLst>
      </pc:sldChg>
      <pc:sldChg chg="addSp delSp modSp mod">
        <pc:chgData name="hrbhadra2003@outlook.com" userId="01c4cbe40408286b" providerId="LiveId" clId="{4AFC7CE9-6082-4A92-9703-09FB0B8E9BE2}" dt="2025-04-25T20:06:16.457" v="206" actId="20577"/>
        <pc:sldMkLst>
          <pc:docMk/>
          <pc:sldMk cId="3151182313" sldId="290"/>
        </pc:sldMkLst>
      </pc:sldChg>
      <pc:sldChg chg="modSp mod">
        <pc:chgData name="hrbhadra2003@outlook.com" userId="01c4cbe40408286b" providerId="LiveId" clId="{4AFC7CE9-6082-4A92-9703-09FB0B8E9BE2}" dt="2025-04-25T20:06:34.142" v="207" actId="1076"/>
        <pc:sldMkLst>
          <pc:docMk/>
          <pc:sldMk cId="1357221864" sldId="291"/>
        </pc:sldMkLst>
      </pc:sldChg>
      <pc:sldChg chg="modSp mod">
        <pc:chgData name="hrbhadra2003@outlook.com" userId="01c4cbe40408286b" providerId="LiveId" clId="{4AFC7CE9-6082-4A92-9703-09FB0B8E9BE2}" dt="2025-04-26T04:18:13.990" v="365" actId="20577"/>
        <pc:sldMkLst>
          <pc:docMk/>
          <pc:sldMk cId="2322061664" sldId="292"/>
        </pc:sldMkLst>
      </pc:sldChg>
      <pc:sldChg chg="modSp mod">
        <pc:chgData name="hrbhadra2003@outlook.com" userId="01c4cbe40408286b" providerId="LiveId" clId="{4AFC7CE9-6082-4A92-9703-09FB0B8E9BE2}" dt="2025-04-25T19:57:12.746" v="68" actId="27636"/>
        <pc:sldMkLst>
          <pc:docMk/>
          <pc:sldMk cId="612368455" sldId="293"/>
        </pc:sldMkLst>
      </pc:sldChg>
    </pc:docChg>
  </pc:docChgLst>
  <pc:docChgLst>
    <pc:chgData name="SHRUTI RAJESH BHANDARE - 70102200053" userId="S::shrutirajesh.bhandare53@nmims.in::8532787c-2882-40ee-965b-e9f4e203df8d" providerId="AD" clId="Web-{76F3AC13-65A9-2BC7-0F48-3AF1213596AB}"/>
    <pc:docChg chg="addSld delSld">
      <pc:chgData name="SHRUTI RAJESH BHANDARE - 70102200053" userId="S::shrutirajesh.bhandare53@nmims.in::8532787c-2882-40ee-965b-e9f4e203df8d" providerId="AD" clId="Web-{76F3AC13-65A9-2BC7-0F48-3AF1213596AB}" dt="2025-07-24T06:27:08.321" v="1"/>
      <pc:docMkLst>
        <pc:docMk/>
      </pc:docMkLst>
      <pc:sldChg chg="add del replId">
        <pc:chgData name="SHRUTI RAJESH BHANDARE - 70102200053" userId="S::shrutirajesh.bhandare53@nmims.in::8532787c-2882-40ee-965b-e9f4e203df8d" providerId="AD" clId="Web-{76F3AC13-65A9-2BC7-0F48-3AF1213596AB}" dt="2025-07-24T06:27:08.321" v="1"/>
        <pc:sldMkLst>
          <pc:docMk/>
          <pc:sldMk cId="1148308858" sldId="278"/>
        </pc:sldMkLst>
      </pc:sldChg>
    </pc:docChg>
  </pc:docChgLst>
  <pc:docChgLst>
    <pc:chgData name="hrbhadra2003@outlook.com" userId="01c4cbe40408286b" providerId="LiveId" clId="{44C534F3-043F-43CF-9304-3F3C44E6AF58}"/>
    <pc:docChg chg="undo redo custSel addSld delSld modSld">
      <pc:chgData name="hrbhadra2003@outlook.com" userId="01c4cbe40408286b" providerId="LiveId" clId="{44C534F3-043F-43CF-9304-3F3C44E6AF58}" dt="2025-05-19T10:18:01.565" v="3736" actId="20577"/>
      <pc:docMkLst>
        <pc:docMk/>
      </pc:docMkLst>
      <pc:sldChg chg="modSp mod">
        <pc:chgData name="hrbhadra2003@outlook.com" userId="01c4cbe40408286b" providerId="LiveId" clId="{44C534F3-043F-43CF-9304-3F3C44E6AF58}" dt="2025-05-15T19:38:25.841" v="25" actId="20577"/>
        <pc:sldMkLst>
          <pc:docMk/>
          <pc:sldMk cId="0" sldId="256"/>
        </pc:sldMkLst>
      </pc:sldChg>
      <pc:sldChg chg="modSp mod">
        <pc:chgData name="hrbhadra2003@outlook.com" userId="01c4cbe40408286b" providerId="LiveId" clId="{44C534F3-043F-43CF-9304-3F3C44E6AF58}" dt="2025-05-16T17:00:09.791" v="3565" actId="20577"/>
        <pc:sldMkLst>
          <pc:docMk/>
          <pc:sldMk cId="0" sldId="274"/>
        </pc:sldMkLst>
      </pc:sldChg>
      <pc:sldChg chg="modSp mod">
        <pc:chgData name="hrbhadra2003@outlook.com" userId="01c4cbe40408286b" providerId="LiveId" clId="{44C534F3-043F-43CF-9304-3F3C44E6AF58}" dt="2025-05-16T13:47:19.461" v="3510" actId="123"/>
        <pc:sldMkLst>
          <pc:docMk/>
          <pc:sldMk cId="0" sldId="277"/>
        </pc:sldMkLst>
      </pc:sldChg>
      <pc:sldChg chg="modSp mod">
        <pc:chgData name="hrbhadra2003@outlook.com" userId="01c4cbe40408286b" providerId="LiveId" clId="{44C534F3-043F-43CF-9304-3F3C44E6AF58}" dt="2025-05-16T17:46:31.452" v="3696" actId="2711"/>
        <pc:sldMkLst>
          <pc:docMk/>
          <pc:sldMk cId="2776818113" sldId="278"/>
        </pc:sldMkLst>
      </pc:sldChg>
      <pc:sldChg chg="addSp delSp modSp mod">
        <pc:chgData name="hrbhadra2003@outlook.com" userId="01c4cbe40408286b" providerId="LiveId" clId="{44C534F3-043F-43CF-9304-3F3C44E6AF58}" dt="2025-05-16T17:00:28.629" v="3566" actId="1076"/>
        <pc:sldMkLst>
          <pc:docMk/>
          <pc:sldMk cId="2887356819" sldId="279"/>
        </pc:sldMkLst>
      </pc:sldChg>
      <pc:sldChg chg="addSp delSp modSp mod">
        <pc:chgData name="hrbhadra2003@outlook.com" userId="01c4cbe40408286b" providerId="LiveId" clId="{44C534F3-043F-43CF-9304-3F3C44E6AF58}" dt="2025-05-16T13:42:48.599" v="3367" actId="1076"/>
        <pc:sldMkLst>
          <pc:docMk/>
          <pc:sldMk cId="1013286130" sldId="286"/>
        </pc:sldMkLst>
      </pc:sldChg>
      <pc:sldChg chg="addSp delSp modSp mod">
        <pc:chgData name="hrbhadra2003@outlook.com" userId="01c4cbe40408286b" providerId="LiveId" clId="{44C534F3-043F-43CF-9304-3F3C44E6AF58}" dt="2025-05-16T17:10:08.088" v="3570" actId="1076"/>
        <pc:sldMkLst>
          <pc:docMk/>
          <pc:sldMk cId="311463757" sldId="287"/>
        </pc:sldMkLst>
      </pc:sldChg>
      <pc:sldChg chg="addSp delSp modSp mod">
        <pc:chgData name="hrbhadra2003@outlook.com" userId="01c4cbe40408286b" providerId="LiveId" clId="{44C534F3-043F-43CF-9304-3F3C44E6AF58}" dt="2025-05-16T12:47:27.602" v="1598" actId="1076"/>
        <pc:sldMkLst>
          <pc:docMk/>
          <pc:sldMk cId="419030015" sldId="288"/>
        </pc:sldMkLst>
      </pc:sldChg>
      <pc:sldChg chg="addSp delSp modSp mod">
        <pc:chgData name="hrbhadra2003@outlook.com" userId="01c4cbe40408286b" providerId="LiveId" clId="{44C534F3-043F-43CF-9304-3F3C44E6AF58}" dt="2025-05-16T13:07:35.330" v="1759" actId="122"/>
        <pc:sldMkLst>
          <pc:docMk/>
          <pc:sldMk cId="1906176327" sldId="289"/>
        </pc:sldMkLst>
      </pc:sldChg>
      <pc:sldChg chg="addSp delSp modSp mod">
        <pc:chgData name="hrbhadra2003@outlook.com" userId="01c4cbe40408286b" providerId="LiveId" clId="{44C534F3-043F-43CF-9304-3F3C44E6AF58}" dt="2025-05-19T10:18:01.565" v="3736" actId="20577"/>
        <pc:sldMkLst>
          <pc:docMk/>
          <pc:sldMk cId="3151182313" sldId="290"/>
        </pc:sldMkLst>
      </pc:sldChg>
      <pc:sldChg chg="addSp delSp modSp mod">
        <pc:chgData name="hrbhadra2003@outlook.com" userId="01c4cbe40408286b" providerId="LiveId" clId="{44C534F3-043F-43CF-9304-3F3C44E6AF58}" dt="2025-05-16T17:19:30.730" v="3690" actId="20577"/>
        <pc:sldMkLst>
          <pc:docMk/>
          <pc:sldMk cId="1357221864" sldId="291"/>
        </pc:sldMkLst>
      </pc:sldChg>
      <pc:sldChg chg="addSp delSp modSp mod">
        <pc:chgData name="hrbhadra2003@outlook.com" userId="01c4cbe40408286b" providerId="LiveId" clId="{44C534F3-043F-43CF-9304-3F3C44E6AF58}" dt="2025-05-16T17:12:11.667" v="3588" actId="20577"/>
        <pc:sldMkLst>
          <pc:docMk/>
          <pc:sldMk cId="2322061664" sldId="292"/>
        </pc:sldMkLst>
      </pc:sldChg>
      <pc:sldChg chg="addSp delSp modSp mod">
        <pc:chgData name="hrbhadra2003@outlook.com" userId="01c4cbe40408286b" providerId="LiveId" clId="{44C534F3-043F-43CF-9304-3F3C44E6AF58}" dt="2025-05-16T17:14:15.021" v="3627" actId="313"/>
        <pc:sldMkLst>
          <pc:docMk/>
          <pc:sldMk cId="612368455" sldId="293"/>
        </pc:sldMkLst>
      </pc:sldChg>
      <pc:sldChg chg="modSp add mod">
        <pc:chgData name="hrbhadra2003@outlook.com" userId="01c4cbe40408286b" providerId="LiveId" clId="{44C534F3-043F-43CF-9304-3F3C44E6AF58}" dt="2025-05-16T13:22:15.992" v="2558" actId="20577"/>
        <pc:sldMkLst>
          <pc:docMk/>
          <pc:sldMk cId="226611704" sldId="294"/>
        </pc:sldMkLst>
      </pc:sldChg>
      <pc:sldChg chg="addSp delSp new del mod">
        <pc:chgData name="hrbhadra2003@outlook.com" userId="01c4cbe40408286b" providerId="LiveId" clId="{44C534F3-043F-43CF-9304-3F3C44E6AF58}" dt="2025-05-16T13:23:22.145" v="2562" actId="47"/>
        <pc:sldMkLst>
          <pc:docMk/>
          <pc:sldMk cId="3626169769" sldId="295"/>
        </pc:sldMkLst>
      </pc:sldChg>
      <pc:sldChg chg="addSp delSp modSp add mod">
        <pc:chgData name="hrbhadra2003@outlook.com" userId="01c4cbe40408286b" providerId="LiveId" clId="{44C534F3-043F-43CF-9304-3F3C44E6AF58}" dt="2025-05-16T17:21:53.509" v="3695" actId="20577"/>
        <pc:sldMkLst>
          <pc:docMk/>
          <pc:sldMk cId="4195459194" sldId="2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5e019892a8_4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5e019892a8_4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25e019892a8_4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5ddcc3728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5ddcc3728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25ddcc3728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457200" y="2286000"/>
            <a:ext cx="8229600" cy="407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❑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❑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❑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❑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536825" y="206376"/>
            <a:ext cx="407035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2286000"/>
            <a:ext cx="8229600" cy="407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ctrTitle"/>
          </p:nvPr>
        </p:nvSpPr>
        <p:spPr>
          <a:xfrm>
            <a:off x="685800" y="1856105"/>
            <a:ext cx="7772400" cy="1470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4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Synopsis Presentation- Topic Name</a:t>
            </a:r>
            <a:endParaRPr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224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Group No: </a:t>
            </a:r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2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(Roll. No.: 1, 2, 3)</a:t>
            </a:r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0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Faculty Mentor :</a:t>
            </a:r>
            <a:endParaRPr lang="en-US" sz="20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91" name="Google Shape;91;p13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8D15E9-616F-9280-3054-782A21EB124D}"/>
              </a:ext>
            </a:extLst>
          </p:cNvPr>
          <p:cNvSpPr txBox="1"/>
          <p:nvPr/>
        </p:nvSpPr>
        <p:spPr>
          <a:xfrm>
            <a:off x="6553200" y="6024880"/>
            <a:ext cx="1818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Table Of Content</a:t>
            </a:r>
            <a:endParaRPr sz="40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457200" y="2286000"/>
            <a:ext cx="8229600" cy="4070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7505" algn="just" rtl="0">
              <a:spcBef>
                <a:spcPts val="360"/>
              </a:spcBef>
              <a:spcAft>
                <a:spcPts val="0"/>
              </a:spcAft>
              <a:buSzPct val="91666"/>
              <a:buFont typeface="Cambria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Introduction</a:t>
            </a:r>
          </a:p>
          <a:p>
            <a:pPr marL="556895" lvl="0" indent="-457200" algn="just" rtl="0">
              <a:spcBef>
                <a:spcPts val="360"/>
              </a:spcBef>
              <a:spcAft>
                <a:spcPts val="0"/>
              </a:spcAft>
              <a:buSzPct val="91666"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Literature Survey </a:t>
            </a:r>
          </a:p>
          <a:p>
            <a:pPr marL="556895" lvl="0" indent="-457200" algn="just" rtl="0">
              <a:spcBef>
                <a:spcPts val="360"/>
              </a:spcBef>
              <a:spcAft>
                <a:spcPts val="0"/>
              </a:spcAft>
              <a:buSzPct val="91666"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Why is this particular topic chosen? </a:t>
            </a:r>
          </a:p>
          <a:p>
            <a:pPr marL="556895" lvl="0" indent="-457200" algn="just" rtl="0">
              <a:spcBef>
                <a:spcPts val="360"/>
              </a:spcBef>
              <a:spcAft>
                <a:spcPts val="0"/>
              </a:spcAft>
              <a:buSzPct val="91666"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Objective and scope of the project </a:t>
            </a:r>
          </a:p>
          <a:p>
            <a:pPr marL="556895" lvl="0" indent="-457200" algn="just" rtl="0">
              <a:spcBef>
                <a:spcPts val="360"/>
              </a:spcBef>
              <a:spcAft>
                <a:spcPts val="0"/>
              </a:spcAft>
              <a:buSzPct val="91666"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Hardware and software to be used </a:t>
            </a:r>
          </a:p>
          <a:p>
            <a:pPr marL="556895" lvl="0" indent="-457200" algn="just" rtl="0">
              <a:spcBef>
                <a:spcPts val="360"/>
              </a:spcBef>
              <a:spcAft>
                <a:spcPts val="0"/>
              </a:spcAft>
              <a:buSzPct val="91666"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Final deliverables </a:t>
            </a:r>
          </a:p>
          <a:p>
            <a:pPr marL="556895" lvl="0" indent="-457200" algn="just" rtl="0">
              <a:spcBef>
                <a:spcPts val="360"/>
              </a:spcBef>
              <a:spcAft>
                <a:spcPts val="0"/>
              </a:spcAft>
              <a:buSzPct val="91666"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References </a:t>
            </a:r>
          </a:p>
          <a:p>
            <a:pPr marL="99695" lvl="0" indent="0" algn="just" rtl="0">
              <a:spcBef>
                <a:spcPts val="360"/>
              </a:spcBef>
              <a:spcAft>
                <a:spcPts val="0"/>
              </a:spcAft>
              <a:buSzPct val="91666"/>
              <a:buNone/>
            </a:pPr>
            <a:r>
              <a:rPr lang="en-US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</a:t>
            </a:r>
          </a:p>
          <a:p>
            <a:pPr marL="457200" lvl="0" indent="-357505" algn="just" rtl="0">
              <a:spcBef>
                <a:spcPts val="360"/>
              </a:spcBef>
              <a:spcAft>
                <a:spcPts val="0"/>
              </a:spcAft>
              <a:buSzPct val="91666"/>
              <a:buFont typeface="Cambria"/>
              <a:buAutoNum type="arabicPeriod"/>
            </a:pPr>
            <a:endParaRPr lang="en-US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457200" lvl="0" indent="-357505" algn="just" rtl="0">
              <a:spcBef>
                <a:spcPts val="360"/>
              </a:spcBef>
              <a:spcAft>
                <a:spcPts val="0"/>
              </a:spcAft>
              <a:buSzPct val="91666"/>
              <a:buFont typeface="Cambria"/>
              <a:buAutoNum type="arabicPeriod"/>
            </a:pPr>
            <a:endParaRPr lang="en-US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PST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0FBCAE1E20BF4CA2449DEDCA42D798" ma:contentTypeVersion="3" ma:contentTypeDescription="Create a new document." ma:contentTypeScope="" ma:versionID="005aa6d7b5b5adfff29be4104b1a7a74">
  <xsd:schema xmlns:xsd="http://www.w3.org/2001/XMLSchema" xmlns:xs="http://www.w3.org/2001/XMLSchema" xmlns:p="http://schemas.microsoft.com/office/2006/metadata/properties" xmlns:ns2="1f7417a6-16f8-4bb1-b89a-2b1fb2424940" targetNamespace="http://schemas.microsoft.com/office/2006/metadata/properties" ma:root="true" ma:fieldsID="5b5a445c44b134bc232c0e5e6e5fbb33" ns2:_="">
    <xsd:import namespace="1f7417a6-16f8-4bb1-b89a-2b1fb24249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417a6-16f8-4bb1-b89a-2b1fb2424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143486-22C1-4709-BF74-E74D18B6C11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EC6C3B-DEF8-44E3-80B2-2278EE4E0D2B}">
  <ds:schemaRefs>
    <ds:schemaRef ds:uri="http://schemas.microsoft.com/office/2006/metadata/properties"/>
    <ds:schemaRef ds:uri="http://schemas.microsoft.com/office/infopath/2007/PartnerControls"/>
    <ds:schemaRef ds:uri="c75ff88f-1843-42b3-b46a-f62bc149b6da"/>
    <ds:schemaRef ds:uri="5582ade7-c2d2-405c-91e8-a5fb3067b359"/>
  </ds:schemaRefs>
</ds:datastoreItem>
</file>

<file path=customXml/itemProps3.xml><?xml version="1.0" encoding="utf-8"?>
<ds:datastoreItem xmlns:ds="http://schemas.openxmlformats.org/officeDocument/2006/customXml" ds:itemID="{4D43DD1C-4028-4D84-AB97-409CDAB6FAB1}"/>
</file>

<file path=docProps/app.xml><?xml version="1.0" encoding="utf-8"?>
<Properties xmlns="http://schemas.openxmlformats.org/officeDocument/2006/extended-properties" xmlns:vt="http://schemas.openxmlformats.org/officeDocument/2006/docPropsVTypes">
  <TotalTime>6575</TotalTime>
  <Words>55</Words>
  <Application>Microsoft Office PowerPoint</Application>
  <PresentationFormat>On-screen Show (4:3)</PresentationFormat>
  <Paragraphs>19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MPSTME</vt:lpstr>
      <vt:lpstr>Synopsis Presentation- Topic Name</vt:lpstr>
      <vt:lpstr>Table Of Content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Juhi Sawant</dc:creator>
  <cp:lastModifiedBy>Dhanashree Huddedar</cp:lastModifiedBy>
  <cp:revision>39</cp:revision>
  <dcterms:modified xsi:type="dcterms:W3CDTF">2025-07-24T06:27:16Z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2a8b3d-a7c3-4b51-9ec2-92b101e8f764_Enabled">
    <vt:lpwstr>true</vt:lpwstr>
  </property>
  <property fmtid="{D5CDD505-2E9C-101B-9397-08002B2CF9AE}" pid="3" name="MSIP_Label_d02a8b3d-a7c3-4b51-9ec2-92b101e8f764_SetDate">
    <vt:lpwstr>2025-02-24T11:10:33Z</vt:lpwstr>
  </property>
  <property fmtid="{D5CDD505-2E9C-101B-9397-08002B2CF9AE}" pid="4" name="MSIP_Label_d02a8b3d-a7c3-4b51-9ec2-92b101e8f764_Method">
    <vt:lpwstr>Standard</vt:lpwstr>
  </property>
  <property fmtid="{D5CDD505-2E9C-101B-9397-08002B2CF9AE}" pid="5" name="MSIP_Label_d02a8b3d-a7c3-4b51-9ec2-92b101e8f764_Name">
    <vt:lpwstr>d02a8b3d-a7c3-4b51-9ec2-92b101e8f764</vt:lpwstr>
  </property>
  <property fmtid="{D5CDD505-2E9C-101B-9397-08002B2CF9AE}" pid="6" name="MSIP_Label_d02a8b3d-a7c3-4b51-9ec2-92b101e8f764_SiteId">
    <vt:lpwstr>48af3af8-817e-42f2-b1e6-a7407e682b7e</vt:lpwstr>
  </property>
  <property fmtid="{D5CDD505-2E9C-101B-9397-08002B2CF9AE}" pid="7" name="MSIP_Label_d02a8b3d-a7c3-4b51-9ec2-92b101e8f764_ActionId">
    <vt:lpwstr>5b3779c6-a02b-4215-ad63-772fa52109a7</vt:lpwstr>
  </property>
  <property fmtid="{D5CDD505-2E9C-101B-9397-08002B2CF9AE}" pid="8" name="MSIP_Label_d02a8b3d-a7c3-4b51-9ec2-92b101e8f764_ContentBits">
    <vt:lpwstr>0</vt:lpwstr>
  </property>
  <property fmtid="{D5CDD505-2E9C-101B-9397-08002B2CF9AE}" pid="9" name="MSIP_Label_d02a8b3d-a7c3-4b51-9ec2-92b101e8f764_Tag">
    <vt:lpwstr>10, 3, 0, 1</vt:lpwstr>
  </property>
  <property fmtid="{D5CDD505-2E9C-101B-9397-08002B2CF9AE}" pid="10" name="ContentTypeId">
    <vt:lpwstr>0x010100800FBCAE1E20BF4CA2449DEDCA42D798</vt:lpwstr>
  </property>
</Properties>
</file>